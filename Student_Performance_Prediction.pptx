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1371600" y="914400"/>
            <a:ext cx="3200400" cy="5029200"/>
          </a:xfrm>
          <a:prstGeom prst="rect">
            <a:avLst/>
          </a:prstGeom>
          <a:solidFill>
            <a:srgbClr val="16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0058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 Light"/>
              </a:rPr>
              <a:t>Student Performance
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D4FF"/>
                </a:solidFill>
                <a:latin typeface="Calibri"/>
              </a:rPr>
              <a:t>Machine Learning + Flask Web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566160"/>
            <a:ext cx="640080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7033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Predicts whether a student will PASS or FAIL using
academic, social &amp; personal features — powered by
Logistic Regression, SVM, Random Forest &amp; XGBoost.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457200"/>
            <a:ext cx="2743200" cy="594360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457200"/>
            <a:ext cx="54864" cy="5943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64008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640080"/>
            <a:ext cx="23774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731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ML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05740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057400"/>
            <a:ext cx="237744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Calibri"/>
              </a:rPr>
              <a:t>10+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79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Visualisations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347472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3474720"/>
            <a:ext cx="23774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Calibri"/>
              </a:rPr>
              <a:t>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Best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489204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0" y="4892040"/>
            <a:ext cx="237744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Flask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📋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What the application does &amp; 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188720"/>
            <a:ext cx="64008" cy="3474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Educators struggle to identify at-risk students early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Manual assessments are time-consuming and subjective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Need for a data-driven, scalable early-warning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188720"/>
            <a:ext cx="64008" cy="3474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✅  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An ML-powered Flask web app that predicts pass/fail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Trained on real student lifestyle + academic data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Generates actionable insights and downloadable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188720"/>
            <a:ext cx="64008" cy="3474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🌟  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Upload any CSV/Excel dataset for instant predictions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Auto-selects the best ML algorithm (CV-based)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Visualisations: SHAP, feature importance, heatmaps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Manual single-student prediction with deep explanations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88720"/>
            <a:ext cx="64008" cy="3474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🚀 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Empowers teachers with early intervention capability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Students receive personalised improvement tips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Calibri"/>
              </a:rPr>
              <a:t>›  Schools gain data-driven decision-making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⚙️ 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Languages, frameworks and libraries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88720"/>
            <a:ext cx="5486400" cy="53035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188720"/>
            <a:ext cx="64008" cy="5303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🐍  Backend &amp;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Python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56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774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04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Lightweight web framework (server &amp; routing)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260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53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ML pipelines: LR, SVM, 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290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74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502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Gradient boosted trees for high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233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SHAP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507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Model explainability &amp; feature attribution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262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572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Pandas / NumPy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599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Data manipulation and array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749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206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148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Chart &amp; visualisation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235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69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Joblib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696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Model serialisation (model.pkl)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1188720"/>
            <a:ext cx="6126480" cy="53035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1188720"/>
            <a:ext cx="64008" cy="53035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26187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🌐  Frontend &amp; Outputs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7830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1828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Jinja2 Templates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18562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Dynamic HTML rendering via Flask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23317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377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Bootstrap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24048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Responsive UI grid and components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8803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HTML / CSS / 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953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Rich interactive frontend interfaces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4290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474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Chart Generation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5021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10+ auto-generated PNG chart files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39776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023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CSV / Excel Upload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40507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Multi-format file ingestion (pandas)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45262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4572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Downloadable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4599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Prediction results exported as CSV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0749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120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SHAP Summary Plot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1480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Tree-explainer visualisation per model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56235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669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Bootstrap Tabs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6967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Upload / Manual Entry / Results tabs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🔄  System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How data moves through the application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371600"/>
            <a:ext cx="182880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8488" y="1417320"/>
            <a:ext cx="347472" cy="3474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Dataset
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CSV/Excel upload
or default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9696" y="1371600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1136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7016" y="141732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OneHotEncoder
+ passthrough nums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8224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8224" y="1371600"/>
            <a:ext cx="182880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9664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5544" y="1417320"/>
            <a:ext cx="347472" cy="34747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676"/>
                </a:solidFill>
                <a:latin typeface="Calibri"/>
              </a:rPr>
              <a:t>ML Training
&amp;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5 algorithms trained
best picked by 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6752" y="1371600"/>
            <a:ext cx="1828800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4072" y="1417320"/>
            <a:ext cx="347472" cy="34747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4072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Calibri"/>
              </a:rPr>
              <a:t>Predictions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Pass / Fail + 
probability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80" y="1371600"/>
            <a:ext cx="182880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1417320"/>
            <a:ext cx="347472" cy="3474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Visualisations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10 auto-generated
charts &amp; heatmaps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93808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1371600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85248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11128" y="141732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11128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Insights
&amp; 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Calibri"/>
              </a:rPr>
              <a:t>Feedback + SHAP
+ CSV download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📊  Dataset &amp;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Student lifestyle, academic &amp; demographic attributes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64008" cy="40233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🏫 Academic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Calibri"/>
              </a:rPr>
              <a:t>› school
› studytime
› failures
› schoolsup
› famsup
› paid
› activities
› higher
› absences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7056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77056" y="1234440"/>
            <a:ext cx="64008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👤 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Calibri"/>
              </a:rPr>
              <a:t>› sex
› age
› address
› famsize
› Pstatus
› Medu
› Fedu
› guardian
› nursery
›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2944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52944" y="1234440"/>
            <a:ext cx="64008" cy="40233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🌐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Calibri"/>
              </a:rPr>
              <a:t>› romantic
› traveltime
› freetime
› goout
› Dalc
› Walc
› health
› Mjob
› Fjob
›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64240" y="1234440"/>
            <a:ext cx="941832" cy="402336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64240" y="1234440"/>
            <a:ext cx="64008" cy="40233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28248" y="1234440"/>
            <a:ext cx="914400" cy="402336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5349240"/>
            <a:ext cx="11786616" cy="123444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5349240"/>
            <a:ext cx="11786616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422392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Calibri"/>
              </a:rPr>
              <a:t>🎯  Target Column:  passed   (yes = Pass, no = Fail)    |    Source: Student Performance dataset (Cortez &amp; Silva, 2008)    |    395+ student records    |    Balanced via class-weight computation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🤖  ML Algorithms &amp;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5 algorithms evaluated — best chosen by StratifiedKFold CV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98448"/>
            <a:ext cx="27432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298448"/>
            <a:ext cx="155448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371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CV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298448"/>
            <a:ext cx="118872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371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Best?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773936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1911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773936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191109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64.8 %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0.714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0.660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0.686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773936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91109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432304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25694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SVM (linear kernel)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432304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256946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65.3 %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0.723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0.642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0.680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432304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256946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090672"/>
            <a:ext cx="27432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3090672"/>
            <a:ext cx="27432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32278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  <a:latin typeface="Calibri"/>
              </a:rPr>
              <a:t>SVM (RBF kernel)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090672"/>
            <a:ext cx="155448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0" y="3090672"/>
            <a:ext cx="155448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32278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Calibri"/>
              </a:rPr>
              <a:t>70.1 %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Calibri"/>
              </a:rPr>
              <a:t>0.710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521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Calibri"/>
              </a:rPr>
              <a:t>0.830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7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94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Calibri"/>
              </a:rPr>
              <a:t>0.765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090672"/>
            <a:ext cx="118872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95360" y="3090672"/>
            <a:ext cx="118872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3227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Calibri"/>
              </a:rPr>
              <a:t>🏆 BEST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749040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3886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26080" y="3749040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886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68.6 %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0.681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521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978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0.925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694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0.784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3749040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1080" y="3886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407408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8600" y="4544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4407408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71800" y="45445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67.8 %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262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0.714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521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978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0.849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0.776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95360" y="4407408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41080" y="45445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" y="6080760"/>
            <a:ext cx="11823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  <a:latin typeface="Calibri"/>
              </a:rPr>
              <a:t>📌  Model selection uses StratifiedKFold cross-validation for robustness on smaller datasets. Balanced class weights handle the pass/fail imbalance.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📈  Visualisations &amp;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10 auto-generated charts help analyse predictions deeply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80160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280160"/>
            <a:ext cx="4572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Predicted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Bar chart of pass vs fail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1280160"/>
            <a:ext cx="22860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2032" y="1280160"/>
            <a:ext cx="4572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5184" y="1371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Study Time vs Perf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Avg study time: pass cohort vs fail cohort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1184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01184" y="1280160"/>
            <a:ext cx="2286000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1184" y="1280160"/>
            <a:ext cx="45720" cy="1463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4336" y="1371600"/>
            <a:ext cx="320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Absence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Histogram of student absence frequency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0336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0336" y="1280160"/>
            <a:ext cx="22860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0336" y="1280160"/>
            <a:ext cx="45720" cy="1463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3488" y="1371600"/>
            <a:ext cx="320040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Past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Avg previous failures per prediction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19488" y="1280160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1280160"/>
            <a:ext cx="45720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371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Correlation Heatmap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Feature-to-prediction Pearson correlations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2852928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2852928"/>
            <a:ext cx="4572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2944368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Confusion Matrix (Raw)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TP / FP / FN / TN counts for best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42032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42032" y="2852928"/>
            <a:ext cx="22860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42032" y="2852928"/>
            <a:ext cx="4572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5184" y="294436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15184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3472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Confusion Matrix (Norm)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3472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Row-normalised % predictions by true class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01184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1184" y="2852928"/>
            <a:ext cx="2286000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01184" y="2852928"/>
            <a:ext cx="45720" cy="1463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74336" y="2944368"/>
            <a:ext cx="320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92624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Algo Comparison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2624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CV accuracy bar chart across all 5 models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60336" y="2852928"/>
            <a:ext cx="22860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60336" y="2852928"/>
            <a:ext cx="45720" cy="1463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33488" y="2944368"/>
            <a:ext cx="320040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33488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1776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Feature Importance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6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Top 15 features (Random Forest / XGBoost)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19488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19488" y="2852928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9488" y="2852928"/>
            <a:ext cx="45720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92640" y="2944368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10928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SHAP Summary Plot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10928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Per-feature directional impact on predictions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🖥️  Web Application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Three powerful tabs for complete student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80160"/>
            <a:ext cx="3749039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📂  Tab 1: Upload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" y="1920240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Upload any CSV / Excel file for bulk predictions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" y="2633472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Validates required column presence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" y="3346704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Displays prediction results + probability% in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" y="4059936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Generates all 10 charts 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" y="4773168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Download full predictions as timestamped 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" y="5486400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Shows insights &amp; AI-generated feedback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41647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41647" y="1280160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3087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✍️  Tab 2: Manual Entry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1375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51375" y="1920240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7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Enter data for one student via interactive 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51375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51375" y="2633472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7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Instantly predicts Pass / Fail with probability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51375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51375" y="3346704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0247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Shows strength &amp; risk factor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5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51375" y="4059936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7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Impact meter for each key factor (study, absences…)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51375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51375" y="4773168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0247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Provides personalised action tips per risk area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51375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51375" y="5486400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0247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Deep AI-driven explanation of the prediction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82126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2126" y="1280160"/>
            <a:ext cx="3749039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6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📊  Tab 3: Default Dataset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91854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91854" y="1920240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6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Loads built-in student_data.csv on GET request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91854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91854" y="2633472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0726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Shows pre-computed predictions table (top 20 rows)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91854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91854" y="3346704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6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All visualisation charts rendered automatically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91854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91854" y="4059936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0726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Training dataset preview (first 20 rows)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91854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91854" y="4773168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10726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Algorithm details with best model highlighted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91854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91854" y="5486400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0726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Full metrics table (accuracy, precision, recall, F1)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🚀  How to Run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Getting the project up and running in 4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371600"/>
            <a:ext cx="64008" cy="4114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64008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Install Dependencies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" y="2852928"/>
            <a:ext cx="36576" cy="2286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pip install flask pandas numpy scikit-learn
         matplotlib joblib xgboost shap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Add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18688" y="2852928"/>
            <a:ext cx="3657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Place  student_data.csv  inside the
uploads/  folder (ensure 'passed' column exists)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16752" y="1371600"/>
            <a:ext cx="64008" cy="41148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508760"/>
            <a:ext cx="640080" cy="64008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Train the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852928"/>
            <a:ext cx="36576" cy="2286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python train_model.py
Generates model.pkl, algo_metrics.json &amp; all charts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4544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24544" y="1371600"/>
            <a:ext cx="64008" cy="41148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7424" y="1508760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Launch the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4272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4272" y="2852928"/>
            <a:ext cx="36576" cy="2286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python app.py
Open browser → http://127.0.0.1:5000/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5650992"/>
            <a:ext cx="11786616" cy="77724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1168" y="5650992"/>
            <a:ext cx="11786616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24144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CD6E8"/>
                </a:solidFill>
                <a:latin typeface="Calibri"/>
              </a:rPr>
              <a:t>📌  Tip: To re-train with new data, update student_data.csv in uploads/ and re-run train_model.py. The app will auto-load the new model.pkl on next startup.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🏁  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Calibri"/>
              </a:rPr>
              <a:t>What we achieved and where we can go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34440"/>
            <a:ext cx="5486400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64008" cy="521208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Calibri"/>
              </a:rPr>
              <a:t>✅  What We Achieved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928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End-to-end Flask web app with ML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414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Auto-selects best model via cross-validation (70%+ CV accuracy)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9008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Supports bulk CSV/Excel upload &amp; single student manual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747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7472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53872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SHAP explainability for transparent AI decision-making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87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10 automated visualisation charts per prediction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57200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360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Personalised feedback &amp; actionable tips per student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206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12064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846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Downloadable timestamped prediction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692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66928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73328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Calibri"/>
              </a:rPr>
              <a:t>✓  Clean, responsive Bootstrap 5 UI with dark-theme charts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1234440"/>
            <a:ext cx="6080760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1234440"/>
            <a:ext cx="64008" cy="5212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62472" y="130759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🔭  Future Enhancements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18288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16752" y="182880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8836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🧠 Deep 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18836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Add LSTM / neural-net models for richer patterns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16752" y="23774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16752" y="237744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2432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☁️ Cloud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4323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Deploy on AWS / Heroku with CI/CD pipeline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29260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16752" y="292608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9809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🔔 Alert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9809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Email/SMS early warnings for at-risk students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16752" y="34747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16752" y="347472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5295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👨‍🏫 Teacher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5295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Role-based teacher &amp; admin dashboard 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16752" y="40233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16752" y="402336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40782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📱 Mobile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0782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React Native / Flutter companion mobile app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45720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16752" y="457200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6268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🔐 Authentication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6268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Login / logout with JWT-based user accounts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6752" y="51206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6752" y="512064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5175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📚 Multi-subject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51755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Extend to multiple subjects &amp; grade levels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6752" y="56692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6752" y="566928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57241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🤝 API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7241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Calibri"/>
              </a:rPr>
              <a:t>REST API for LMS (Moodle / Canvas) integration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